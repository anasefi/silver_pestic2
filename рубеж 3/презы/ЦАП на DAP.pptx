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8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24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21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58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13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23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0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42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72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1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6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9E28C-3C9B-47CC-BCC7-69B5EB7D9F8A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DFD1A-3BE2-407F-849F-28FB5EAB7E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84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175" y="546157"/>
            <a:ext cx="7392837" cy="598403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715156" y="3390360"/>
            <a:ext cx="201570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Выберем заземление из вкладки </a:t>
            </a:r>
            <a:r>
              <a:rPr lang="en-US" b="1" dirty="0" smtClean="0">
                <a:solidFill>
                  <a:srgbClr val="FF0000"/>
                </a:solidFill>
              </a:rPr>
              <a:t>Basic</a:t>
            </a:r>
            <a:endParaRPr lang="ru-RU" b="1" dirty="0">
              <a:solidFill>
                <a:srgbClr val="FF0000"/>
              </a:solidFill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268747" y="1086928"/>
            <a:ext cx="2035834" cy="34764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1865685" y="1171527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64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650" y="643861"/>
            <a:ext cx="7112483" cy="577525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964658" y="3295469"/>
            <a:ext cx="201570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Выберем нужные переключатели</a:t>
            </a:r>
          </a:p>
          <a:p>
            <a:pPr algn="ctr"/>
            <a:r>
              <a:rPr lang="ru-RU" dirty="0" smtClean="0"/>
              <a:t>во вкладке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Switches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2409413" y="1249164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2743465" y="1249164"/>
            <a:ext cx="334052" cy="2175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24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07" y="434014"/>
            <a:ext cx="7392837" cy="598403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040967" y="3426033"/>
            <a:ext cx="3188634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Выберем источник постоянного напряжения и вольтметр из вкладки </a:t>
            </a:r>
            <a:r>
              <a:rPr lang="en-US" b="1" dirty="0" smtClean="0">
                <a:solidFill>
                  <a:srgbClr val="FF0000"/>
                </a:solidFill>
              </a:rPr>
              <a:t>Basic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1863307" y="1059383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3543344" y="921361"/>
            <a:ext cx="2546906" cy="1373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2531411" y="921361"/>
            <a:ext cx="2509556" cy="16406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40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19" y="603114"/>
            <a:ext cx="7449404" cy="589800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215250" y="3552115"/>
            <a:ext cx="3188634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А также микросхему среды</a:t>
            </a:r>
            <a:r>
              <a:rPr lang="en-US" dirty="0" smtClean="0"/>
              <a:t> </a:t>
            </a:r>
            <a:r>
              <a:rPr lang="ru-RU" dirty="0" smtClean="0"/>
              <a:t>моделирования </a:t>
            </a:r>
            <a:r>
              <a:rPr lang="en-US" dirty="0" smtClean="0"/>
              <a:t>TINA, DAC </a:t>
            </a:r>
            <a:r>
              <a:rPr lang="ru-RU" dirty="0" smtClean="0"/>
              <a:t> из </a:t>
            </a:r>
            <a:r>
              <a:rPr lang="ru-RU" b="1" dirty="0" smtClean="0"/>
              <a:t>вкладки </a:t>
            </a:r>
            <a:r>
              <a:rPr lang="en-US" b="1" dirty="0" smtClean="0">
                <a:solidFill>
                  <a:srgbClr val="FF0000"/>
                </a:solidFill>
              </a:rPr>
              <a:t>AD/DA-555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878069" y="1215893"/>
            <a:ext cx="918393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2974173" y="1113866"/>
            <a:ext cx="1116564" cy="13694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37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003923"/>
            <a:ext cx="8827318" cy="532225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145104" y="792291"/>
            <a:ext cx="7324825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Используя данные элементы соберем в среде </a:t>
            </a:r>
            <a:r>
              <a:rPr lang="en-US" b="1" dirty="0" smtClean="0">
                <a:solidFill>
                  <a:srgbClr val="FF0000"/>
                </a:solidFill>
              </a:rPr>
              <a:t>TINA</a:t>
            </a:r>
          </a:p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Схему ЦАП на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микросхеме </a:t>
            </a:r>
            <a:r>
              <a:rPr lang="en-US" b="1" dirty="0" smtClean="0">
                <a:solidFill>
                  <a:srgbClr val="FF0000"/>
                </a:solidFill>
              </a:rPr>
              <a:t>DAC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779060" y="4774523"/>
            <a:ext cx="2611116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/>
              <a:t>Пронаблюдаем за работой устройства</a:t>
            </a:r>
          </a:p>
        </p:txBody>
      </p:sp>
      <p:sp>
        <p:nvSpPr>
          <p:cNvPr id="5" name="Стрелка вправо 4"/>
          <p:cNvSpPr/>
          <p:nvPr/>
        </p:nvSpPr>
        <p:spPr>
          <a:xfrm>
            <a:off x="9535978" y="3913123"/>
            <a:ext cx="1097280" cy="6641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60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039801"/>
            <a:ext cx="11785600" cy="536794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4488552" y="1039801"/>
            <a:ext cx="918393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 flipH="1" flipV="1">
            <a:off x="5132718" y="1350352"/>
            <a:ext cx="2329301" cy="32851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6953030" y="3549330"/>
            <a:ext cx="1069735" cy="5520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19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39" y="955200"/>
            <a:ext cx="10006184" cy="5153474"/>
          </a:xfrm>
          <a:prstGeom prst="rect">
            <a:avLst/>
          </a:prstGeom>
        </p:spPr>
      </p:pic>
      <p:sp>
        <p:nvSpPr>
          <p:cNvPr id="4" name="Овал 3"/>
          <p:cNvSpPr/>
          <p:nvPr/>
        </p:nvSpPr>
        <p:spPr>
          <a:xfrm>
            <a:off x="7168930" y="3238500"/>
            <a:ext cx="1581370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3096884" y="2518913"/>
            <a:ext cx="3312542" cy="28467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2760453" y="2105286"/>
            <a:ext cx="672861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77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11" y="793148"/>
            <a:ext cx="10389352" cy="539838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7168930" y="3238500"/>
            <a:ext cx="1581370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2895207" y="2374794"/>
            <a:ext cx="672861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 flipH="1" flipV="1">
            <a:off x="3455470" y="2961669"/>
            <a:ext cx="2444816" cy="25054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19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90" y="826300"/>
            <a:ext cx="10826300" cy="5434570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7168930" y="3238500"/>
            <a:ext cx="1581370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2749331" y="2062614"/>
            <a:ext cx="609887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2681954" y="2486125"/>
            <a:ext cx="677264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927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40" y="746668"/>
            <a:ext cx="11166225" cy="5570538"/>
          </a:xfrm>
          <a:prstGeom prst="rect">
            <a:avLst/>
          </a:prstGeom>
        </p:spPr>
      </p:pic>
      <p:sp>
        <p:nvSpPr>
          <p:cNvPr id="4" name="Овал 3"/>
          <p:cNvSpPr/>
          <p:nvPr/>
        </p:nvSpPr>
        <p:spPr>
          <a:xfrm>
            <a:off x="7168930" y="3238500"/>
            <a:ext cx="1581370" cy="586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45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037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011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5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399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585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583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439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3683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47</Words>
  <Application>Microsoft Office PowerPoint</Application>
  <PresentationFormat>Широкоэкранный</PresentationFormat>
  <Paragraphs>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Anastasya</cp:lastModifiedBy>
  <cp:revision>15</cp:revision>
  <dcterms:created xsi:type="dcterms:W3CDTF">2021-05-09T14:21:32Z</dcterms:created>
  <dcterms:modified xsi:type="dcterms:W3CDTF">2021-05-12T00:58:26Z</dcterms:modified>
</cp:coreProperties>
</file>