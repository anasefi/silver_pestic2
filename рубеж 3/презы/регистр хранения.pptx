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9" autoAdjust="0"/>
    <p:restoredTop sz="94660"/>
  </p:normalViewPr>
  <p:slideViewPr>
    <p:cSldViewPr snapToGrid="0">
      <p:cViewPr varScale="1">
        <p:scale>
          <a:sx n="74" d="100"/>
          <a:sy n="74" d="100"/>
        </p:scale>
        <p:origin x="2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57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243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22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61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15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36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94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23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78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70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66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37E79-6A10-4456-ACD7-D12AD53545C1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5FF55-2789-4339-BC8F-D8F3683C0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38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171" y="1238791"/>
            <a:ext cx="9105571" cy="437949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98363" y="2228210"/>
            <a:ext cx="2015706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 smtClean="0"/>
              <a:t>Выберем нужные переключатели</a:t>
            </a:r>
          </a:p>
          <a:p>
            <a:pPr algn="ctr"/>
            <a:r>
              <a:rPr lang="ru-RU" dirty="0" smtClean="0"/>
              <a:t>во вкладке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Switches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280017" y="1801255"/>
            <a:ext cx="668104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2817638" y="1666501"/>
            <a:ext cx="166279" cy="15271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19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72" y="952900"/>
            <a:ext cx="9734231" cy="471637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123337" y="5124091"/>
            <a:ext cx="3355121" cy="1200329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i="1" dirty="0"/>
              <a:t>Перейдем во вкладку</a:t>
            </a:r>
          </a:p>
          <a:p>
            <a:pPr algn="ctr"/>
            <a:r>
              <a:rPr lang="en-US" b="1" i="1" dirty="0">
                <a:solidFill>
                  <a:srgbClr val="FF0000"/>
                </a:solidFill>
              </a:rPr>
              <a:t>Flip-flops </a:t>
            </a:r>
            <a:r>
              <a:rPr lang="en-US" b="1" i="1" dirty="0"/>
              <a:t> </a:t>
            </a:r>
            <a:r>
              <a:rPr lang="ru-RU" i="1" dirty="0"/>
              <a:t>и выберем уже созданную микросхему</a:t>
            </a:r>
            <a:r>
              <a:rPr lang="en-US" i="1" dirty="0"/>
              <a:t> </a:t>
            </a:r>
            <a:endParaRPr lang="ru-RU" i="1" dirty="0"/>
          </a:p>
          <a:p>
            <a:pPr algn="ctr"/>
            <a:r>
              <a:rPr lang="en-US" b="1" i="1" dirty="0">
                <a:solidFill>
                  <a:srgbClr val="FF0000"/>
                </a:solidFill>
              </a:rPr>
              <a:t>JK-</a:t>
            </a:r>
            <a:r>
              <a:rPr lang="ru-RU" b="1" i="1" dirty="0">
                <a:solidFill>
                  <a:srgbClr val="FF0000"/>
                </a:solidFill>
              </a:rPr>
              <a:t>триггера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2175309" y="1511166"/>
            <a:ext cx="1799925" cy="21656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/>
          <p:cNvSpPr/>
          <p:nvPr/>
        </p:nvSpPr>
        <p:spPr>
          <a:xfrm>
            <a:off x="5323305" y="1592132"/>
            <a:ext cx="668104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005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83" y="885523"/>
            <a:ext cx="11001344" cy="5051559"/>
          </a:xfrm>
          <a:prstGeom prst="rect">
            <a:avLst/>
          </a:prstGeom>
        </p:spPr>
      </p:pic>
      <p:cxnSp>
        <p:nvCxnSpPr>
          <p:cNvPr id="4" name="Прямая со стрелкой 3"/>
          <p:cNvCxnSpPr/>
          <p:nvPr/>
        </p:nvCxnSpPr>
        <p:spPr>
          <a:xfrm>
            <a:off x="1578542" y="1068404"/>
            <a:ext cx="3599850" cy="21368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/>
          <p:cNvSpPr/>
          <p:nvPr/>
        </p:nvSpPr>
        <p:spPr>
          <a:xfrm>
            <a:off x="4716913" y="1264873"/>
            <a:ext cx="668104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2395085" y="1143802"/>
            <a:ext cx="7798069" cy="1849655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8832827" y="5236963"/>
            <a:ext cx="2015706" cy="1200329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Используем логические элементы с вкладки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Gates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095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89" y="798897"/>
            <a:ext cx="10235936" cy="491976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570968" y="5248765"/>
            <a:ext cx="527936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BCD-</a:t>
            </a:r>
            <a:r>
              <a:rPr lang="ru-RU" b="1" dirty="0" err="1" smtClean="0">
                <a:solidFill>
                  <a:schemeClr val="accent1">
                    <a:lumMod val="75000"/>
                  </a:schemeClr>
                </a:solidFill>
              </a:rPr>
              <a:t>семисегментный</a:t>
            </a: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 декодер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имеет </a:t>
            </a: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четыре входные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линии </a:t>
            </a: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и 7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выходных (</a:t>
            </a: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a, b, c, d, e, f и g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)</a:t>
            </a:r>
            <a:endParaRPr lang="en-US" dirty="0" smtClean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В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ывод </a:t>
            </a: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подается на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семь-сегментный светодиодный </a:t>
            </a: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дисплей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579298" y="1319842"/>
            <a:ext cx="4514521" cy="25398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6698920" y="1457378"/>
            <a:ext cx="668104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58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96" y="920292"/>
            <a:ext cx="9516977" cy="4562397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>
            <a:off x="5929162" y="1366787"/>
            <a:ext cx="1876926" cy="18095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7449833" y="5015814"/>
            <a:ext cx="3671977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Семи сегментный светодиодный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smtClean="0">
                <a:solidFill>
                  <a:srgbClr val="FF0000"/>
                </a:solidFill>
              </a:rPr>
              <a:t>дисплей </a:t>
            </a:r>
            <a:r>
              <a:rPr lang="ru-RU" dirty="0"/>
              <a:t>отображает десятичное число в зависимости от входных данных</a:t>
            </a:r>
            <a:endParaRPr lang="ru-RU" b="1" dirty="0" smtClean="0"/>
          </a:p>
        </p:txBody>
      </p:sp>
      <p:sp>
        <p:nvSpPr>
          <p:cNvPr id="9" name="Овал 8"/>
          <p:cNvSpPr/>
          <p:nvPr/>
        </p:nvSpPr>
        <p:spPr>
          <a:xfrm>
            <a:off x="1569452" y="1486254"/>
            <a:ext cx="668104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27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913" y="937432"/>
            <a:ext cx="9966172" cy="533321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296789" y="491509"/>
            <a:ext cx="3598421" cy="369332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ru-RU" b="1" dirty="0" smtClean="0">
                <a:solidFill>
                  <a:schemeClr val="tx1"/>
                </a:solidFill>
              </a:rPr>
              <a:t>Используем элементы и соберем: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208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20120"/>
            <a:ext cx="11339902" cy="550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0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77811"/>
            <a:ext cx="11432071" cy="5568989"/>
          </a:xfrm>
          <a:prstGeom prst="rect">
            <a:avLst/>
          </a:prstGeom>
        </p:spPr>
      </p:pic>
      <p:sp>
        <p:nvSpPr>
          <p:cNvPr id="5" name="Овал 4"/>
          <p:cNvSpPr/>
          <p:nvPr/>
        </p:nvSpPr>
        <p:spPr>
          <a:xfrm>
            <a:off x="1309102" y="2222500"/>
            <a:ext cx="81179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5220702" y="5246837"/>
            <a:ext cx="776873" cy="5010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09101" y="3336625"/>
            <a:ext cx="776873" cy="5010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182102" y="4020687"/>
            <a:ext cx="776873" cy="5010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3442702" y="5232400"/>
            <a:ext cx="776873" cy="5010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1461502" y="2806700"/>
            <a:ext cx="776873" cy="5010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/>
          <p:cNvCxnSpPr/>
          <p:nvPr/>
        </p:nvCxnSpPr>
        <p:spPr>
          <a:xfrm flipV="1">
            <a:off x="8534400" y="2133600"/>
            <a:ext cx="520700" cy="210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88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91" y="647700"/>
            <a:ext cx="10746630" cy="5346700"/>
          </a:xfrm>
          <a:prstGeom prst="rect">
            <a:avLst/>
          </a:prstGeom>
        </p:spPr>
      </p:pic>
      <p:sp>
        <p:nvSpPr>
          <p:cNvPr id="5" name="Овал 4"/>
          <p:cNvSpPr/>
          <p:nvPr/>
        </p:nvSpPr>
        <p:spPr>
          <a:xfrm>
            <a:off x="4566652" y="647700"/>
            <a:ext cx="668104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5080000" y="1066800"/>
            <a:ext cx="3107267" cy="36152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016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74" y="838200"/>
            <a:ext cx="11059027" cy="5194300"/>
          </a:xfrm>
          <a:prstGeom prst="rect">
            <a:avLst/>
          </a:prstGeom>
        </p:spPr>
      </p:pic>
      <p:sp>
        <p:nvSpPr>
          <p:cNvPr id="5" name="Овал 4"/>
          <p:cNvSpPr/>
          <p:nvPr/>
        </p:nvSpPr>
        <p:spPr>
          <a:xfrm>
            <a:off x="1417052" y="2184400"/>
            <a:ext cx="919748" cy="4699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2540000" y="2349500"/>
            <a:ext cx="5867400" cy="26797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8441267" y="5105400"/>
            <a:ext cx="131233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92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44" y="787400"/>
            <a:ext cx="11168062" cy="5334000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8198637" y="4907309"/>
            <a:ext cx="2543157" cy="1120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9969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71</Words>
  <Application>Microsoft Office PowerPoint</Application>
  <PresentationFormat>Широкоэкранный</PresentationFormat>
  <Paragraphs>11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Anastasya</dc:creator>
  <cp:lastModifiedBy>Anastasya</cp:lastModifiedBy>
  <cp:revision>11</cp:revision>
  <dcterms:created xsi:type="dcterms:W3CDTF">2021-05-05T09:55:15Z</dcterms:created>
  <dcterms:modified xsi:type="dcterms:W3CDTF">2021-05-12T09:04:09Z</dcterms:modified>
</cp:coreProperties>
</file>