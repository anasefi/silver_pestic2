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6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83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33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75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51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79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83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125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59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51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0EBD2-1DD1-4F9D-8061-70059B66CA48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B43C-44E6-4F89-89B0-ABCF73DE5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14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2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33" y="637631"/>
            <a:ext cx="8056525" cy="5073056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3985129" y="5085272"/>
            <a:ext cx="2329132" cy="1250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резисторы (вкладка </a:t>
            </a:r>
            <a:r>
              <a:rPr lang="en-US" dirty="0" smtClean="0"/>
              <a:t>Basic – Resistor)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1121433" y="1362974"/>
            <a:ext cx="414069" cy="3450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2734574" y="1190445"/>
            <a:ext cx="215660" cy="3450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 flipV="1">
            <a:off x="3381555" y="3174159"/>
            <a:ext cx="681487" cy="18291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 flipV="1">
            <a:off x="3355675" y="4520242"/>
            <a:ext cx="629454" cy="7677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5900468" y="2915728"/>
            <a:ext cx="1302589" cy="20875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6392174" y="4520242"/>
            <a:ext cx="845388" cy="7677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27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85" y="492961"/>
            <a:ext cx="8459527" cy="530398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382608" y="3144955"/>
            <a:ext cx="2329132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переключатели (вкладка </a:t>
            </a:r>
            <a:r>
              <a:rPr lang="en-US" dirty="0" smtClean="0"/>
              <a:t>Switches – Alternate Switch)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4520242" y="2053087"/>
            <a:ext cx="974784" cy="10918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4572000" y="3493698"/>
            <a:ext cx="638355" cy="345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4520242" y="4088921"/>
            <a:ext cx="750498" cy="11904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1777042" y="1337094"/>
            <a:ext cx="362309" cy="23291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777042" y="1086928"/>
            <a:ext cx="284671" cy="31055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28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81" y="492664"/>
            <a:ext cx="8786323" cy="558033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865023" y="4145619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источник постоянного напряжения (вкладка </a:t>
            </a:r>
            <a:r>
              <a:rPr lang="en-US" dirty="0" smtClean="0"/>
              <a:t>Basic – Voltage Source)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173857" y="3640347"/>
            <a:ext cx="2605177" cy="8971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1371600" y="1414732"/>
            <a:ext cx="293298" cy="1552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664898" y="1121434"/>
            <a:ext cx="345057" cy="29329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92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11" y="517834"/>
            <a:ext cx="8509644" cy="527048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390570" y="3584902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операционный усилитель (вкладка </a:t>
            </a:r>
            <a:r>
              <a:rPr lang="en-US" dirty="0" smtClean="0"/>
              <a:t>Semiconductors – Operational Amplifier)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7177177" y="3062377"/>
            <a:ext cx="1181819" cy="414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80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95" y="413941"/>
            <a:ext cx="8429952" cy="532262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390570" y="2409177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батарейки (вкладка </a:t>
            </a:r>
            <a:r>
              <a:rPr lang="en-US" dirty="0" smtClean="0"/>
              <a:t>Basic – Battery)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7366958" y="2260121"/>
            <a:ext cx="1130061" cy="276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7366958" y="3174521"/>
            <a:ext cx="1216325" cy="405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1440611" y="1224951"/>
            <a:ext cx="267419" cy="23291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1949570" y="983411"/>
            <a:ext cx="310551" cy="32780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40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02" y="509437"/>
            <a:ext cx="8332398" cy="555493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70133" y="4988476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заземление (вкладка </a:t>
            </a:r>
            <a:r>
              <a:rPr lang="en-US" dirty="0" smtClean="0"/>
              <a:t>Basic – Ground)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2398143" y="5822830"/>
            <a:ext cx="2216989" cy="1121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1604513" y="1302589"/>
            <a:ext cx="353683" cy="2415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630392" y="1043796"/>
            <a:ext cx="353683" cy="3450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48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6" y="486711"/>
            <a:ext cx="8982973" cy="491412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952198" y="1995110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на рабочем поле вольтметры (вкладка </a:t>
            </a:r>
            <a:r>
              <a:rPr lang="en-US" dirty="0" smtClean="0"/>
              <a:t>Basic – Volt Meter)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3994030" y="3502325"/>
            <a:ext cx="577970" cy="11645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253487" y="3459192"/>
            <a:ext cx="112143" cy="12939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7013275" y="2943772"/>
            <a:ext cx="2398144" cy="3083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948906" y="1207698"/>
            <a:ext cx="353683" cy="1984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1871932" y="957532"/>
            <a:ext cx="327804" cy="37956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16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56" y="612066"/>
            <a:ext cx="9897372" cy="51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0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75" y="362309"/>
            <a:ext cx="9785153" cy="508095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460492" y="1753571"/>
            <a:ext cx="2276074" cy="730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</a:t>
            </a:r>
            <a:r>
              <a:rPr lang="en-US" dirty="0" smtClean="0"/>
              <a:t>SW8=1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014575" y="4936718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Смотрим, что сумма показаний вольтметров совпадает с показанием выходного напряжения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3209026" y="2484408"/>
            <a:ext cx="845389" cy="19323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2958860" y="4502989"/>
            <a:ext cx="501632" cy="3869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242231" y="4771556"/>
            <a:ext cx="3772343" cy="53115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9092242" y="3605842"/>
            <a:ext cx="1535501" cy="64698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/>
          <p:nvPr/>
        </p:nvCxnSpPr>
        <p:spPr>
          <a:xfrm flipH="1" flipV="1">
            <a:off x="5451894" y="5331125"/>
            <a:ext cx="1449238" cy="534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9730596" y="4289169"/>
            <a:ext cx="0" cy="60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49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0" y="286504"/>
            <a:ext cx="10160480" cy="528924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460492" y="1753571"/>
            <a:ext cx="2276074" cy="730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Устанавливаем </a:t>
            </a:r>
            <a:r>
              <a:rPr lang="en-US" dirty="0" smtClean="0"/>
              <a:t>SW8=1</a:t>
            </a:r>
            <a:r>
              <a:rPr lang="ru-RU" dirty="0" smtClean="0"/>
              <a:t> </a:t>
            </a:r>
            <a:r>
              <a:rPr lang="en-US" dirty="0" smtClean="0"/>
              <a:t>SW6=1</a:t>
            </a:r>
            <a:endParaRPr lang="ru-RU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3165894" y="2484408"/>
            <a:ext cx="888522" cy="21236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2735497" y="4589540"/>
            <a:ext cx="501632" cy="3869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H="1" flipV="1">
            <a:off x="5400135" y="5411245"/>
            <a:ext cx="1449238" cy="534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7014575" y="4936718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Смотрим, что сумма показаний вольтметров совпадает с показанием выходного напряжения</a:t>
            </a:r>
            <a:endParaRPr lang="ru-RU" dirty="0"/>
          </a:p>
        </p:txBody>
      </p:sp>
      <p:sp>
        <p:nvSpPr>
          <p:cNvPr id="11" name="Овал 10"/>
          <p:cNvSpPr/>
          <p:nvPr/>
        </p:nvSpPr>
        <p:spPr>
          <a:xfrm>
            <a:off x="9092242" y="3605842"/>
            <a:ext cx="1535501" cy="64698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9730596" y="4289169"/>
            <a:ext cx="0" cy="60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2741247" y="3621829"/>
            <a:ext cx="501632" cy="38692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3237129" y="2484408"/>
            <a:ext cx="584373" cy="11214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/>
          <p:cNvSpPr/>
          <p:nvPr/>
        </p:nvSpPr>
        <p:spPr>
          <a:xfrm>
            <a:off x="3237129" y="4838766"/>
            <a:ext cx="3772343" cy="53115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05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22" y="656175"/>
            <a:ext cx="9297935" cy="564110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686526" y="2961268"/>
            <a:ext cx="2976388" cy="13321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Составляем таблицу «Двоичный код – Показания вольтметров – Выходное напряжение»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4945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123</Words>
  <Application>Microsoft Office PowerPoint</Application>
  <PresentationFormat>Широкоэкранный</PresentationFormat>
  <Paragraphs>12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Ирина Шеховцова</cp:lastModifiedBy>
  <cp:revision>12</cp:revision>
  <dcterms:created xsi:type="dcterms:W3CDTF">2021-05-09T03:28:37Z</dcterms:created>
  <dcterms:modified xsi:type="dcterms:W3CDTF">2021-05-11T20:11:33Z</dcterms:modified>
</cp:coreProperties>
</file>