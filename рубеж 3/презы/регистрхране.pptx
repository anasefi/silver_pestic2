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12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4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92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92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22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25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37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78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878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75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5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7A280-2F84-422A-A1BD-B850D80411A7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E7EBF-42F6-4AA8-BF09-7E4B20E5D9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51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21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18" y="736749"/>
            <a:ext cx="7572375" cy="52292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626414" y="2553418"/>
            <a:ext cx="261668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асинхронный </a:t>
            </a:r>
            <a:r>
              <a:rPr lang="en-US" dirty="0" smtClean="0"/>
              <a:t>RS-</a:t>
            </a:r>
            <a:r>
              <a:rPr lang="ru-RU" dirty="0"/>
              <a:t>т</a:t>
            </a:r>
            <a:r>
              <a:rPr lang="ru-RU" dirty="0" smtClean="0"/>
              <a:t>риггер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76686" y="4054415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136474" y="5718369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Инверторы берем из вкладки </a:t>
            </a:r>
            <a:r>
              <a:rPr lang="en-US" dirty="0" smtClean="0"/>
              <a:t>Gates – Inverter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646615" y="5718368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JK-</a:t>
            </a:r>
            <a:r>
              <a:rPr lang="ru-RU" dirty="0" smtClean="0"/>
              <a:t>микросхему берем из вкладки </a:t>
            </a:r>
            <a:r>
              <a:rPr lang="en-US" dirty="0" smtClean="0"/>
              <a:t>Flip-flops – JK </a:t>
            </a:r>
            <a:r>
              <a:rPr lang="en-US" dirty="0" err="1" smtClean="0"/>
              <a:t>FlipFlop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720901" y="4684143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2999116" y="4442604"/>
            <a:ext cx="235790" cy="2415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2493034" y="4908429"/>
            <a:ext cx="767751" cy="1639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4037162" y="4218318"/>
            <a:ext cx="664234" cy="14147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4111114" y="5279366"/>
            <a:ext cx="564403" cy="3623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6211828" y="4925683"/>
            <a:ext cx="318368" cy="79059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 flipV="1">
            <a:off x="8720901" y="4132052"/>
            <a:ext cx="1540848" cy="4313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8790317" y="4563373"/>
            <a:ext cx="114443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7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27" y="734772"/>
            <a:ext cx="7219950" cy="49053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798942" y="3187459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схему асинхронного </a:t>
            </a:r>
            <a:r>
              <a:rPr lang="en-US" dirty="0" smtClean="0"/>
              <a:t>RS-</a:t>
            </a:r>
            <a:r>
              <a:rPr lang="ru-RU" dirty="0" smtClean="0"/>
              <a:t>триггера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48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976312"/>
            <a:ext cx="8172450" cy="49053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988723" y="3359987"/>
            <a:ext cx="2616680" cy="6512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Проверим его работу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042912" y="577107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S=0 R=0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271384" y="5184475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!</a:t>
            </a:r>
            <a:r>
              <a:rPr lang="en-US" dirty="0" smtClean="0"/>
              <a:t>Q=0,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риггер находится в состоянии хранения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393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86" y="535466"/>
            <a:ext cx="8039100" cy="492442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26588" y="545989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S=1 R=0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65610" y="4683514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</a:t>
            </a:r>
            <a:r>
              <a:rPr lang="en-US" dirty="0" smtClean="0"/>
              <a:t>Q=</a:t>
            </a:r>
            <a:r>
              <a:rPr lang="ru-RU" dirty="0" smtClean="0"/>
              <a:t>1, 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риггер находится в состоянии записи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5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35" y="476789"/>
            <a:ext cx="8020050" cy="51625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26588" y="545989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</a:t>
            </a:r>
            <a:r>
              <a:rPr lang="en-US" dirty="0" smtClean="0"/>
              <a:t>S=</a:t>
            </a:r>
            <a:r>
              <a:rPr lang="ru-RU" dirty="0" smtClean="0"/>
              <a:t>0</a:t>
            </a:r>
            <a:r>
              <a:rPr lang="en-US" dirty="0" smtClean="0"/>
              <a:t> R=0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638870" y="4862962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Наблюдаем !</a:t>
            </a:r>
            <a:r>
              <a:rPr lang="en-US" dirty="0" smtClean="0"/>
              <a:t>Q=0,</a:t>
            </a:r>
          </a:p>
          <a:p>
            <a:pPr algn="ctr"/>
            <a:r>
              <a:rPr lang="ru-RU" dirty="0"/>
              <a:t>т</a:t>
            </a:r>
            <a:r>
              <a:rPr lang="ru-RU" dirty="0" smtClean="0"/>
              <a:t>риггер находится в состоянии хранения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73572" y="5848079"/>
            <a:ext cx="3080978" cy="77637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Полученная схема действительно работает как асинхронный </a:t>
            </a:r>
            <a:r>
              <a:rPr lang="en-US" dirty="0" smtClean="0"/>
              <a:t>RS-</a:t>
            </a:r>
            <a:r>
              <a:rPr lang="ru-RU" dirty="0" smtClean="0"/>
              <a:t>триггер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696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045" y="204787"/>
            <a:ext cx="5546786" cy="594927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918363" y="1681521"/>
            <a:ext cx="2622430" cy="3321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на поле четыре асинхронных</a:t>
            </a:r>
            <a:r>
              <a:rPr lang="en-US" dirty="0" smtClean="0"/>
              <a:t> RS-</a:t>
            </a:r>
            <a:r>
              <a:rPr lang="ru-RU" dirty="0" smtClean="0"/>
              <a:t>триггера, переключатели для ввода кода</a:t>
            </a:r>
            <a:r>
              <a:rPr lang="en-US" dirty="0" smtClean="0"/>
              <a:t>, </a:t>
            </a:r>
            <a:r>
              <a:rPr lang="ru-RU" dirty="0" smtClean="0"/>
              <a:t>переключатель для разрешения-запрета записи, переключатель для сброса, логические элементы 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68152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2846716"/>
            <a:ext cx="2622430" cy="1388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Логические элементы И берем из вкладки </a:t>
            </a:r>
            <a:r>
              <a:rPr lang="en-US" dirty="0" smtClean="0"/>
              <a:t>Logic ICs – Gates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0" y="4702026"/>
            <a:ext cx="2735924" cy="922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3562709" y="2069709"/>
            <a:ext cx="715992" cy="3554714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2670551" y="2191109"/>
            <a:ext cx="892158" cy="1552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23"/>
          <p:cNvSpPr/>
          <p:nvPr/>
        </p:nvSpPr>
        <p:spPr>
          <a:xfrm>
            <a:off x="4373592" y="1915064"/>
            <a:ext cx="431321" cy="3347049"/>
          </a:xfrm>
          <a:prstGeom prst="round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 стрелкой 25"/>
          <p:cNvCxnSpPr/>
          <p:nvPr/>
        </p:nvCxnSpPr>
        <p:spPr>
          <a:xfrm flipV="1">
            <a:off x="2670551" y="2713894"/>
            <a:ext cx="1703041" cy="4655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Скругленный прямоугольник 26"/>
          <p:cNvSpPr/>
          <p:nvPr/>
        </p:nvSpPr>
        <p:spPr>
          <a:xfrm>
            <a:off x="5029200" y="2069709"/>
            <a:ext cx="681487" cy="363235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 стрелкой 28"/>
          <p:cNvCxnSpPr/>
          <p:nvPr/>
        </p:nvCxnSpPr>
        <p:spPr>
          <a:xfrm flipV="1">
            <a:off x="2784045" y="4502989"/>
            <a:ext cx="2245155" cy="595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93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96" y="431264"/>
            <a:ext cx="8676241" cy="501200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818986" y="560087"/>
            <a:ext cx="3996906" cy="10616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Установим на поле логические элементы И, переключатель для разрешения/запрета чтения, индикаторы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46497" y="5055078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Дешифратор берем из вкладки </a:t>
            </a:r>
            <a:r>
              <a:rPr lang="en-US" dirty="0" smtClean="0"/>
              <a:t>Logic ICs – Decoders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931215" y="3440995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Семисегментный</a:t>
            </a:r>
            <a:r>
              <a:rPr lang="ru-RU" dirty="0"/>
              <a:t> </a:t>
            </a:r>
            <a:r>
              <a:rPr lang="ru-RU" dirty="0" smtClean="0"/>
              <a:t>индикатор берем из вкладки </a:t>
            </a:r>
            <a:r>
              <a:rPr lang="en-US" dirty="0" smtClean="0"/>
              <a:t>Meters – 7 Segment Display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7884543" y="3976777"/>
            <a:ext cx="106379" cy="9402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9426737" y="2733157"/>
            <a:ext cx="899082" cy="6052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27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12" y="684842"/>
            <a:ext cx="9403321" cy="54140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872073" y="5434012"/>
            <a:ext cx="3996906" cy="10616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регистра хранения на асинхронных </a:t>
            </a:r>
            <a:r>
              <a:rPr lang="en-US" dirty="0" smtClean="0"/>
              <a:t>RS-</a:t>
            </a:r>
            <a:r>
              <a:rPr lang="ru-RU" dirty="0" smtClean="0"/>
              <a:t>триггерах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479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6" y="532386"/>
            <a:ext cx="10600786" cy="53853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241984" y="144197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Подаем питание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4183811" y="362309"/>
            <a:ext cx="940280" cy="4830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3410308" y="6087798"/>
            <a:ext cx="3050877" cy="586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Подаем код 0001:</a:t>
            </a:r>
          </a:p>
          <a:p>
            <a:pPr algn="ctr"/>
            <a:r>
              <a:rPr lang="en-US" dirty="0" smtClean="0"/>
              <a:t>SW1=1 SW2=0 SW3=0 SW4=0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flipH="1" flipV="1">
            <a:off x="2216989" y="3404347"/>
            <a:ext cx="1466491" cy="27586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2216988" y="4303989"/>
            <a:ext cx="1337097" cy="18466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2216987" y="5227313"/>
            <a:ext cx="1268086" cy="10009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 flipV="1">
            <a:off x="2216989" y="2455147"/>
            <a:ext cx="1466492" cy="356736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5124091" y="1595887"/>
            <a:ext cx="595222" cy="375249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7050654" y="5771072"/>
            <a:ext cx="2714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Видим, что запись не произошла, </a:t>
            </a:r>
            <a:r>
              <a:rPr lang="ru-RU" dirty="0" err="1" smtClean="0"/>
              <a:t>т.к.нет</a:t>
            </a:r>
            <a:r>
              <a:rPr lang="ru-RU" dirty="0" smtClean="0"/>
              <a:t> разрешения на запись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flipH="1" flipV="1">
            <a:off x="5822830" y="3472132"/>
            <a:ext cx="1440612" cy="22556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21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04" y="577091"/>
            <a:ext cx="10233804" cy="521863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51029" y="6036038"/>
            <a:ext cx="3050877" cy="586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ru-RU" dirty="0" smtClean="0"/>
              <a:t>Разрешаем запись: </a:t>
            </a:r>
            <a:r>
              <a:rPr lang="en-US" dirty="0" smtClean="0"/>
              <a:t>SW5=1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2441276" y="5667556"/>
            <a:ext cx="319177" cy="3684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1984075" y="5279366"/>
            <a:ext cx="776378" cy="38819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89585" y="1604514"/>
            <a:ext cx="595222" cy="375249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438178" y="5795726"/>
            <a:ext cx="2714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Теперь код записался в регистр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 flipV="1">
            <a:off x="5779698" y="3480759"/>
            <a:ext cx="992038" cy="21867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9921813" y="3034340"/>
            <a:ext cx="2270187" cy="15398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Прочитать записанное не можем, пока стоит запрет на считывание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6167887" y="4123426"/>
            <a:ext cx="3623094" cy="13500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/>
          <p:cNvSpPr/>
          <p:nvPr/>
        </p:nvSpPr>
        <p:spPr>
          <a:xfrm>
            <a:off x="5448299" y="5240865"/>
            <a:ext cx="762720" cy="6109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68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" y="552343"/>
            <a:ext cx="10489722" cy="529550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851029" y="6036038"/>
            <a:ext cx="3050877" cy="5865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r>
              <a:rPr lang="ru-RU" dirty="0" smtClean="0"/>
              <a:t>Разрешаем считывание: </a:t>
            </a:r>
            <a:r>
              <a:rPr lang="en-US" dirty="0" smtClean="0"/>
              <a:t>SW</a:t>
            </a:r>
            <a:r>
              <a:rPr lang="ru-RU" dirty="0" smtClean="0"/>
              <a:t>7</a:t>
            </a:r>
            <a:r>
              <a:rPr lang="en-US" dirty="0" smtClean="0"/>
              <a:t>=1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438178" y="5795726"/>
            <a:ext cx="2714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Теперь можно прочитать записанное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290645" y="5434642"/>
            <a:ext cx="2714448" cy="12754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Чтобы сделать следующую запись, необходимо сбросить регистр </a:t>
            </a:r>
            <a:r>
              <a:rPr lang="en-US" dirty="0" smtClean="0"/>
              <a:t>SW6=1</a:t>
            </a:r>
            <a:endParaRPr lang="ru-RU" dirty="0"/>
          </a:p>
        </p:txBody>
      </p:sp>
      <p:sp>
        <p:nvSpPr>
          <p:cNvPr id="8" name="Овал 7"/>
          <p:cNvSpPr/>
          <p:nvPr/>
        </p:nvSpPr>
        <p:spPr>
          <a:xfrm>
            <a:off x="5448299" y="5240865"/>
            <a:ext cx="762720" cy="6109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4830792" y="5719313"/>
            <a:ext cx="629729" cy="2415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7228936" y="2881223"/>
            <a:ext cx="2061709" cy="27604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0051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248</Words>
  <Application>Microsoft Office PowerPoint</Application>
  <PresentationFormat>Широкоэкранный</PresentationFormat>
  <Paragraphs>35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Шеховцова</dc:creator>
  <cp:lastModifiedBy>Anastasya</cp:lastModifiedBy>
  <cp:revision>13</cp:revision>
  <dcterms:created xsi:type="dcterms:W3CDTF">2021-05-11T20:55:52Z</dcterms:created>
  <dcterms:modified xsi:type="dcterms:W3CDTF">2021-05-12T00:57:51Z</dcterms:modified>
</cp:coreProperties>
</file>