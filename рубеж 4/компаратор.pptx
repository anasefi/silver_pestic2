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4" r:id="rId9"/>
    <p:sldId id="262" r:id="rId10"/>
    <p:sldId id="26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1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1715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0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45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936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06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43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261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5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20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D5871-5B66-4261-AB05-7CAE4E22C625}" type="datetimeFigureOut">
              <a:rPr lang="ru-RU" smtClean="0"/>
              <a:t>16.05.2021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AF54C-15C1-41BC-A29A-4F144F35C6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87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201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62" y="64837"/>
            <a:ext cx="8512474" cy="59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35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445" y="261779"/>
            <a:ext cx="8039190" cy="583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77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827" y="463549"/>
            <a:ext cx="6976493" cy="582510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864349" y="2001328"/>
            <a:ext cx="2863971" cy="9144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Построим модель цифрового компаратора на логических элементах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864349" y="5512279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«Исключающее ИЛИ» берем из вкладки </a:t>
            </a:r>
            <a:r>
              <a:rPr lang="en-US" dirty="0" smtClean="0"/>
              <a:t>Gates – </a:t>
            </a:r>
            <a:r>
              <a:rPr lang="en-US" dirty="0" err="1" smtClean="0"/>
              <a:t>Xor</a:t>
            </a:r>
            <a:r>
              <a:rPr lang="en-US" dirty="0" smtClean="0"/>
              <a:t> gate</a:t>
            </a:r>
            <a:endParaRPr lang="ru-RU" dirty="0"/>
          </a:p>
        </p:txBody>
      </p:sp>
      <p:cxnSp>
        <p:nvCxnSpPr>
          <p:cNvPr id="8" name="Прямая со стрелкой 7"/>
          <p:cNvCxnSpPr/>
          <p:nvPr/>
        </p:nvCxnSpPr>
        <p:spPr>
          <a:xfrm flipH="1" flipV="1">
            <a:off x="6081623" y="3183147"/>
            <a:ext cx="1094416" cy="2191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 flipV="1">
            <a:off x="6158121" y="4321834"/>
            <a:ext cx="706228" cy="10524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6152221" y="5542471"/>
            <a:ext cx="566616" cy="3579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483080" y="3631720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Переключатели берем из вкладки </a:t>
            </a:r>
            <a:r>
              <a:rPr lang="en-US" dirty="0" smtClean="0"/>
              <a:t>Switches – High Low Switch</a:t>
            </a:r>
            <a:r>
              <a:rPr lang="ru-RU" dirty="0" smtClean="0"/>
              <a:t> </a:t>
            </a:r>
            <a:endParaRPr lang="ru-RU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flipV="1">
            <a:off x="2251494" y="2820838"/>
            <a:ext cx="1466491" cy="6728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3226279" y="4019908"/>
            <a:ext cx="63404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2329132" y="4563374"/>
            <a:ext cx="1457864" cy="9790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8736282" y="4278702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Индикатор берем из вкладки </a:t>
            </a:r>
            <a:r>
              <a:rPr lang="en-US" dirty="0" smtClean="0"/>
              <a:t>Meters – Logic Indicator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8598260" y="3053749"/>
            <a:ext cx="3260785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«ИЛИ НЕ» берем из вкладки </a:t>
            </a:r>
            <a:r>
              <a:rPr lang="en-US" dirty="0" smtClean="0"/>
              <a:t>Logic ICs – Gates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 flipH="1">
            <a:off x="7772400" y="3278038"/>
            <a:ext cx="722341" cy="5520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H="1" flipV="1">
            <a:off x="8428008" y="4278702"/>
            <a:ext cx="170252" cy="3881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358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587" y="255348"/>
            <a:ext cx="7487729" cy="595136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8134708" y="3231032"/>
            <a:ext cx="2616680" cy="131984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Получили модель цифрового компаратора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9044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427" y="342188"/>
            <a:ext cx="7698900" cy="622251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09290" y="1897811"/>
            <a:ext cx="2337759" cy="5865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A=111 B=111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89781" y="4761781"/>
            <a:ext cx="2260121" cy="1466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1. </a:t>
            </a:r>
            <a:r>
              <a:rPr lang="ru-RU" dirty="0" smtClean="0"/>
              <a:t>Устанавливаем последовательность ключей, которые соответствуют числам </a:t>
            </a: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376249" y="2363636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2. </a:t>
            </a:r>
            <a:r>
              <a:rPr lang="ru-RU" dirty="0" smtClean="0"/>
              <a:t>Наблюдаем за состоянием индикатора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705536" y="2467156"/>
            <a:ext cx="1332955" cy="36231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A0=B0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4581891" y="3758243"/>
            <a:ext cx="1332955" cy="36231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A1=B1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581891" y="5195981"/>
            <a:ext cx="1332955" cy="36231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A2=B2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6388033" y="5161461"/>
            <a:ext cx="2622430" cy="1285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Равенство во всех разрядах приводит к тому, что на входах «ИЛИ НЕ» будут нули</a:t>
            </a:r>
            <a:endParaRPr lang="ru-RU" dirty="0"/>
          </a:p>
        </p:txBody>
      </p:sp>
      <p:sp>
        <p:nvSpPr>
          <p:cNvPr id="14" name="Стрелка вправо 13"/>
          <p:cNvSpPr/>
          <p:nvPr/>
        </p:nvSpPr>
        <p:spPr>
          <a:xfrm>
            <a:off x="9091383" y="5622974"/>
            <a:ext cx="572675" cy="3623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9687464" y="5207472"/>
            <a:ext cx="2406770" cy="1138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 выходе «ИЛИ НЕ» будет единица, регистрируем равенство </a:t>
            </a:r>
            <a:r>
              <a:rPr lang="en-US" dirty="0" smtClean="0"/>
              <a:t>A=B</a:t>
            </a:r>
            <a:endParaRPr lang="ru-RU" dirty="0"/>
          </a:p>
        </p:txBody>
      </p:sp>
      <p:cxnSp>
        <p:nvCxnSpPr>
          <p:cNvPr id="17" name="Прямая со стрелкой 16"/>
          <p:cNvCxnSpPr/>
          <p:nvPr/>
        </p:nvCxnSpPr>
        <p:spPr>
          <a:xfrm flipH="1" flipV="1">
            <a:off x="5796951" y="3019245"/>
            <a:ext cx="1104181" cy="199270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H="1" flipV="1">
            <a:off x="5914846" y="4356340"/>
            <a:ext cx="828137" cy="68721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H="1" flipV="1">
            <a:off x="5686877" y="5776815"/>
            <a:ext cx="662165" cy="33068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flipH="1" flipV="1">
            <a:off x="8203721" y="4278702"/>
            <a:ext cx="1975449" cy="7648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56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318" y="289778"/>
            <a:ext cx="7534645" cy="625440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8376249" y="2363636"/>
            <a:ext cx="2622430" cy="7763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2. </a:t>
            </a:r>
            <a:r>
              <a:rPr lang="ru-RU" dirty="0" smtClean="0"/>
              <a:t>Наблюдаем за состоянием индикатора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4705536" y="2467156"/>
                <a:ext cx="1332955" cy="362311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A0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 smtClean="0"/>
                  <a:t>B0</a:t>
                </a:r>
                <a:endParaRPr lang="ru-RU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536" y="2467156"/>
                <a:ext cx="1332955" cy="362311"/>
              </a:xfrm>
              <a:prstGeom prst="rect">
                <a:avLst/>
              </a:prstGeom>
              <a:blipFill rotWithShape="0">
                <a:blip r:embed="rId3"/>
                <a:stretch>
                  <a:fillRect t="-4615" b="-20000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4581891" y="3758243"/>
                <a:ext cx="1332955" cy="362311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A1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 smtClean="0"/>
                  <a:t>B1</a:t>
                </a:r>
                <a:endParaRPr lang="ru-RU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891" y="3758243"/>
                <a:ext cx="1332955" cy="362311"/>
              </a:xfrm>
              <a:prstGeom prst="rect">
                <a:avLst/>
              </a:prstGeom>
              <a:blipFill rotWithShape="0">
                <a:blip r:embed="rId4"/>
                <a:stretch>
                  <a:fillRect t="-4615" b="-20000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Прямоугольник 11"/>
          <p:cNvSpPr/>
          <p:nvPr/>
        </p:nvSpPr>
        <p:spPr>
          <a:xfrm>
            <a:off x="4581891" y="5195981"/>
            <a:ext cx="1332955" cy="36231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A2=B2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6388033" y="5161460"/>
            <a:ext cx="2622430" cy="15006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Неравенство в 0 и 1 разряде приводит к тому, что </a:t>
            </a:r>
            <a:r>
              <a:rPr lang="ru-RU" b="1" u="sng" dirty="0" smtClean="0">
                <a:solidFill>
                  <a:srgbClr val="FF0000"/>
                </a:solidFill>
              </a:rPr>
              <a:t>не на всех </a:t>
            </a:r>
            <a:r>
              <a:rPr lang="ru-RU" dirty="0" smtClean="0"/>
              <a:t>входах «ИЛИ НЕ» будут нули</a:t>
            </a:r>
            <a:endParaRPr lang="ru-RU" dirty="0"/>
          </a:p>
        </p:txBody>
      </p:sp>
      <p:sp>
        <p:nvSpPr>
          <p:cNvPr id="14" name="Стрелка вправо 13"/>
          <p:cNvSpPr/>
          <p:nvPr/>
        </p:nvSpPr>
        <p:spPr>
          <a:xfrm>
            <a:off x="9091383" y="5622974"/>
            <a:ext cx="572675" cy="3623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9687464" y="5234784"/>
                <a:ext cx="2406770" cy="113868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 smtClean="0"/>
                  <a:t>На выходе «ИЛИ НЕ» будет ноль, регистрируем неравенство </a:t>
                </a:r>
                <a:r>
                  <a:rPr lang="en-US" dirty="0" smtClean="0"/>
                  <a:t>A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 smtClean="0"/>
                  <a:t>B</a:t>
                </a:r>
                <a:endParaRPr lang="ru-RU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464" y="5234784"/>
                <a:ext cx="2406770" cy="1138687"/>
              </a:xfrm>
              <a:prstGeom prst="rect">
                <a:avLst/>
              </a:prstGeom>
              <a:blipFill rotWithShape="0">
                <a:blip r:embed="rId5"/>
                <a:stretch>
                  <a:fillRect t="-4762" b="-100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Прямая со стрелкой 16"/>
          <p:cNvCxnSpPr/>
          <p:nvPr/>
        </p:nvCxnSpPr>
        <p:spPr>
          <a:xfrm flipH="1" flipV="1">
            <a:off x="5686877" y="2947371"/>
            <a:ext cx="1214256" cy="2064576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H="1" flipV="1">
            <a:off x="5914846" y="4356340"/>
            <a:ext cx="828137" cy="68721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H="1" flipV="1">
            <a:off x="5686877" y="5776815"/>
            <a:ext cx="662165" cy="33068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 flipH="1" flipV="1">
            <a:off x="8203721" y="4278702"/>
            <a:ext cx="1975449" cy="7648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009990" y="1835665"/>
            <a:ext cx="2337759" cy="5865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A=110 B=101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89781" y="4761781"/>
            <a:ext cx="2260121" cy="1466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1. </a:t>
            </a:r>
            <a:r>
              <a:rPr lang="ru-RU" dirty="0" smtClean="0"/>
              <a:t>Устанавливаем последовательность ключей, которые соответствуют числам </a:t>
            </a:r>
            <a:r>
              <a:rPr lang="en-US" dirty="0" smtClean="0"/>
              <a:t>A </a:t>
            </a:r>
            <a:r>
              <a:rPr lang="ru-RU" dirty="0" smtClean="0"/>
              <a:t>и </a:t>
            </a:r>
            <a:r>
              <a:rPr lang="en-US" dirty="0" smtClean="0"/>
              <a:t>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3288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36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50" y="636876"/>
            <a:ext cx="10656498" cy="561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33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88" y="580667"/>
            <a:ext cx="10889411" cy="537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3883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164</Words>
  <Application>Microsoft Office PowerPoint</Application>
  <PresentationFormat>Широкоэкранный</PresentationFormat>
  <Paragraphs>22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Ирина Шеховцова</dc:creator>
  <cp:lastModifiedBy>Ирина Шеховцова</cp:lastModifiedBy>
  <cp:revision>9</cp:revision>
  <dcterms:created xsi:type="dcterms:W3CDTF">2021-05-16T14:11:22Z</dcterms:created>
  <dcterms:modified xsi:type="dcterms:W3CDTF">2021-05-16T20:13:59Z</dcterms:modified>
</cp:coreProperties>
</file>