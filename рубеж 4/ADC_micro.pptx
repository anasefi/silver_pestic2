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66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71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3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89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02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90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83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54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28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05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07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8B271-303D-4ADE-BB8F-15BD554FAEAF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3B68F-8787-4D81-B046-1F2689B3D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04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220" y="1348004"/>
            <a:ext cx="8815776" cy="5365436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899728" y="3131389"/>
            <a:ext cx="2863971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</a:t>
            </a:r>
            <a:r>
              <a:rPr lang="ru-RU" dirty="0" smtClean="0"/>
              <a:t>модель</a:t>
            </a:r>
            <a:endParaRPr lang="en-US" dirty="0"/>
          </a:p>
          <a:p>
            <a:pPr algn="ctr"/>
            <a:r>
              <a:rPr lang="ru-RU" dirty="0" smtClean="0"/>
              <a:t>АЦП на микросхеме </a:t>
            </a:r>
            <a:r>
              <a:rPr lang="en-US" dirty="0" smtClean="0"/>
              <a:t>TINA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2018581" y="3424687"/>
            <a:ext cx="874445" cy="6432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39126" y="3881887"/>
            <a:ext cx="2179788" cy="1261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Источник напряжения берем из вкладки </a:t>
            </a:r>
            <a:r>
              <a:rPr lang="en-US" dirty="0" smtClean="0"/>
              <a:t>Sources – Voltage Source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3197703" y="5937063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Заземление берем из вкладки </a:t>
            </a:r>
            <a:r>
              <a:rPr lang="en-US" dirty="0" smtClean="0"/>
              <a:t>Basic – Ground</a:t>
            </a:r>
            <a:endParaRPr lang="ru-RU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 flipH="1" flipV="1">
            <a:off x="5218980" y="5065795"/>
            <a:ext cx="181155" cy="8712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117805" y="5336010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Резисторы </a:t>
            </a:r>
            <a:r>
              <a:rPr lang="ru-RU" dirty="0" smtClean="0"/>
              <a:t>берем </a:t>
            </a:r>
            <a:r>
              <a:rPr lang="ru-RU" dirty="0" smtClean="0"/>
              <a:t>из вкладки </a:t>
            </a:r>
            <a:r>
              <a:rPr lang="en-US" dirty="0" smtClean="0"/>
              <a:t>Basic– Resistor</a:t>
            </a:r>
            <a:endParaRPr lang="ru-RU" dirty="0"/>
          </a:p>
        </p:txBody>
      </p:sp>
      <p:cxnSp>
        <p:nvCxnSpPr>
          <p:cNvPr id="26" name="Прямая со стрелкой 25"/>
          <p:cNvCxnSpPr/>
          <p:nvPr/>
        </p:nvCxnSpPr>
        <p:spPr>
          <a:xfrm flipV="1">
            <a:off x="2518914" y="3746307"/>
            <a:ext cx="1135899" cy="1480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V="1">
            <a:off x="2513465" y="4632385"/>
            <a:ext cx="1141348" cy="5940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7899728" y="4111138"/>
            <a:ext cx="2863971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Этапы построения контура входного сигнала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587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94" y="846137"/>
            <a:ext cx="8815776" cy="536543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951487" y="1856764"/>
            <a:ext cx="2863971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</a:t>
            </a:r>
            <a:r>
              <a:rPr lang="ru-RU" dirty="0" smtClean="0"/>
              <a:t>модель</a:t>
            </a:r>
            <a:endParaRPr lang="en-US" dirty="0"/>
          </a:p>
          <a:p>
            <a:pPr algn="ctr"/>
            <a:r>
              <a:rPr lang="ru-RU" dirty="0" smtClean="0"/>
              <a:t>АЦП на микросхеме </a:t>
            </a:r>
            <a:r>
              <a:rPr lang="en-US" dirty="0" smtClean="0"/>
              <a:t>TINA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951486" y="2775887"/>
            <a:ext cx="2863971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Добавим специальную микросхему АЦП</a:t>
            </a:r>
            <a:endParaRPr lang="ru-RU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7643004" y="4537012"/>
            <a:ext cx="1518250" cy="3488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8296334" y="3782914"/>
            <a:ext cx="2624707" cy="726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</a:t>
            </a:r>
            <a:r>
              <a:rPr lang="ru-RU" dirty="0" smtClean="0"/>
              <a:t>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4416725" y="4632385"/>
            <a:ext cx="1155939" cy="13888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956328" y="5918552"/>
            <a:ext cx="3181727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Микросхему АЦП берем из </a:t>
            </a:r>
          </a:p>
          <a:p>
            <a:pPr algn="ctr"/>
            <a:r>
              <a:rPr lang="en-US" dirty="0" smtClean="0"/>
              <a:t>AD/DA-555– ADC-8bits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81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535" y="1373305"/>
            <a:ext cx="8297862" cy="440438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044621" y="900030"/>
            <a:ext cx="3063646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Соединим микросхему АЦП и контур входного сигнала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044621" y="3575498"/>
            <a:ext cx="3063646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Добавим семи-</a:t>
            </a:r>
            <a:r>
              <a:rPr lang="ru-RU" dirty="0" err="1" smtClean="0"/>
              <a:t>сигментный</a:t>
            </a:r>
            <a:r>
              <a:rPr lang="ru-RU" dirty="0" smtClean="0"/>
              <a:t> индикатор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42535" y="2578009"/>
            <a:ext cx="3860797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Два с</a:t>
            </a:r>
            <a:r>
              <a:rPr lang="ru-RU" dirty="0" smtClean="0"/>
              <a:t>еми-с</a:t>
            </a:r>
            <a:r>
              <a:rPr lang="ru-RU" dirty="0"/>
              <a:t>е</a:t>
            </a:r>
            <a:r>
              <a:rPr lang="ru-RU" dirty="0" smtClean="0"/>
              <a:t>гментных индикатора из </a:t>
            </a:r>
          </a:p>
          <a:p>
            <a:pPr algn="ctr"/>
            <a:r>
              <a:rPr lang="en-US" dirty="0" smtClean="0"/>
              <a:t>M</a:t>
            </a:r>
            <a:r>
              <a:rPr lang="en-US" dirty="0" smtClean="0"/>
              <a:t>et</a:t>
            </a:r>
            <a:r>
              <a:rPr lang="en-US" dirty="0" smtClean="0"/>
              <a:t>ers-7 Segment Display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V="1">
            <a:off x="5503332" y="2404533"/>
            <a:ext cx="2921001" cy="450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8009998" y="5001314"/>
            <a:ext cx="3860797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Дешифраторы для семи-сегментных индикаторов</a:t>
            </a:r>
            <a:r>
              <a:rPr lang="en-US" dirty="0"/>
              <a:t> </a:t>
            </a:r>
            <a:r>
              <a:rPr lang="en-US" dirty="0" smtClean="0"/>
              <a:t>Logic ICs-</a:t>
            </a:r>
            <a:r>
              <a:rPr lang="en-US" dirty="0" err="1" smtClean="0"/>
              <a:t>decorders</a:t>
            </a:r>
            <a:r>
              <a:rPr lang="en-US" dirty="0" smtClean="0"/>
              <a:t> \ </a:t>
            </a:r>
            <a:r>
              <a:rPr lang="en-US" dirty="0" err="1" smtClean="0"/>
              <a:t>demultiplexers</a:t>
            </a:r>
            <a:endParaRPr lang="ru-RU" dirty="0" smtClean="0"/>
          </a:p>
        </p:txBody>
      </p:sp>
      <p:cxnSp>
        <p:nvCxnSpPr>
          <p:cNvPr id="11" name="Прямая со стрелкой 10"/>
          <p:cNvCxnSpPr/>
          <p:nvPr/>
        </p:nvCxnSpPr>
        <p:spPr>
          <a:xfrm flipH="1" flipV="1">
            <a:off x="7490054" y="3950748"/>
            <a:ext cx="934279" cy="9853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 flipV="1">
            <a:off x="7366000" y="4864220"/>
            <a:ext cx="1058333" cy="718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2913180" y="532641"/>
            <a:ext cx="3860797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Переключатель из вкладки</a:t>
            </a:r>
          </a:p>
          <a:p>
            <a:pPr algn="ctr"/>
            <a:r>
              <a:rPr lang="en-US" dirty="0" smtClean="0"/>
              <a:t>Switches-High-Low Switch</a:t>
            </a:r>
            <a:r>
              <a:rPr lang="ru-RU" dirty="0" smtClean="0"/>
              <a:t> 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18" idx="2"/>
          </p:cNvCxnSpPr>
          <p:nvPr/>
        </p:nvCxnSpPr>
        <p:spPr>
          <a:xfrm>
            <a:off x="4843579" y="1309018"/>
            <a:ext cx="744421" cy="8588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0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22" y="965200"/>
            <a:ext cx="9711865" cy="522234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860800" y="713764"/>
            <a:ext cx="4080934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Правильно подсоединив все выходы, получим АЦП на специальной микросхеме </a:t>
            </a:r>
            <a:r>
              <a:rPr lang="en-US" dirty="0" smtClean="0"/>
              <a:t>ADC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47333" y="5604933"/>
            <a:ext cx="4080934" cy="3635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Рассмотрим работу данного устройства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49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27" y="647700"/>
            <a:ext cx="10111635" cy="56515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45327" y="5969000"/>
            <a:ext cx="3858473" cy="330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Перевести ключ </a:t>
            </a:r>
            <a:r>
              <a:rPr lang="en-US" dirty="0" smtClean="0"/>
              <a:t>SW1 </a:t>
            </a:r>
            <a:r>
              <a:rPr lang="ru-RU" dirty="0" smtClean="0"/>
              <a:t>в положение 0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V="1">
            <a:off x="4563532" y="2451100"/>
            <a:ext cx="922868" cy="32616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218227" y="4940300"/>
            <a:ext cx="3858473" cy="647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U</a:t>
            </a:r>
            <a:r>
              <a:rPr lang="ru-RU" dirty="0" err="1" smtClean="0"/>
              <a:t>вх</a:t>
            </a:r>
            <a:r>
              <a:rPr lang="en-US" dirty="0" smtClean="0"/>
              <a:t> </a:t>
            </a:r>
            <a:r>
              <a:rPr lang="ru-RU" dirty="0" smtClean="0"/>
              <a:t>меняя </a:t>
            </a:r>
            <a:r>
              <a:rPr lang="en-US" dirty="0" smtClean="0"/>
              <a:t>R2</a:t>
            </a:r>
          </a:p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R2=800O</a:t>
            </a:r>
            <a:r>
              <a:rPr lang="ru-RU" dirty="0"/>
              <a:t>м</a:t>
            </a:r>
            <a:endParaRPr lang="ru-RU" dirty="0"/>
          </a:p>
        </p:txBody>
      </p:sp>
      <p:cxnSp>
        <p:nvCxnSpPr>
          <p:cNvPr id="10" name="Прямая со стрелкой 9"/>
          <p:cNvCxnSpPr>
            <a:stCxn id="9" idx="0"/>
          </p:cNvCxnSpPr>
          <p:nvPr/>
        </p:nvCxnSpPr>
        <p:spPr>
          <a:xfrm flipV="1">
            <a:off x="2147464" y="3962400"/>
            <a:ext cx="684636" cy="9779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13" y="5600077"/>
            <a:ext cx="2588464" cy="2253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502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3" y="965200"/>
            <a:ext cx="8953459" cy="482758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348432" y="1524000"/>
            <a:ext cx="3858473" cy="330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Включим режим моделирования </a:t>
            </a:r>
            <a:r>
              <a:rPr lang="en-US" dirty="0" smtClean="0"/>
              <a:t>DC</a:t>
            </a:r>
            <a:endParaRPr lang="ru-RU" dirty="0"/>
          </a:p>
        </p:txBody>
      </p:sp>
      <p:cxnSp>
        <p:nvCxnSpPr>
          <p:cNvPr id="6" name="Прямая со стрелкой 5"/>
          <p:cNvCxnSpPr>
            <a:stCxn id="5" idx="1"/>
          </p:cNvCxnSpPr>
          <p:nvPr/>
        </p:nvCxnSpPr>
        <p:spPr>
          <a:xfrm flipH="1" flipV="1">
            <a:off x="5905500" y="1193800"/>
            <a:ext cx="442932" cy="4953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776788" y="5319772"/>
            <a:ext cx="4434231" cy="12276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работу АЦП</a:t>
            </a:r>
          </a:p>
          <a:p>
            <a:pPr algn="ctr"/>
            <a:r>
              <a:rPr lang="ru-RU" dirty="0" smtClean="0"/>
              <a:t>Преобразование аналогового сигнала в двоичный код 01110001</a:t>
            </a:r>
          </a:p>
          <a:p>
            <a:pPr algn="ctr"/>
            <a:r>
              <a:rPr lang="ru-RU" dirty="0" smtClean="0"/>
              <a:t>Соответствует напряжению 4,44В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3890513" y="4649638"/>
            <a:ext cx="1009291" cy="6701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3726611" y="3894976"/>
            <a:ext cx="163902" cy="14247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33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99" y="714912"/>
            <a:ext cx="10473268" cy="555888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39470" y="5327253"/>
            <a:ext cx="4434231" cy="9465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на семи-сегментном индикаторе 16тиричный эквивалент</a:t>
            </a:r>
          </a:p>
          <a:p>
            <a:pPr algn="ctr"/>
            <a:r>
              <a:rPr lang="ru-RU" dirty="0" smtClean="0"/>
              <a:t>двоичного кода 01110001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flipV="1">
            <a:off x="3890513" y="2895600"/>
            <a:ext cx="5901187" cy="24241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320799" y="2196336"/>
            <a:ext cx="4152902" cy="4460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Переведем положение ключа </a:t>
            </a:r>
            <a:r>
              <a:rPr lang="en-US" dirty="0" smtClean="0"/>
              <a:t>SW1 </a:t>
            </a:r>
            <a:r>
              <a:rPr lang="ru-RU" dirty="0" smtClean="0"/>
              <a:t>в 1 </a:t>
            </a:r>
            <a:endParaRPr lang="ru-RU" dirty="0"/>
          </a:p>
        </p:txBody>
      </p:sp>
      <p:cxnSp>
        <p:nvCxnSpPr>
          <p:cNvPr id="11" name="Прямая со стрелкой 10"/>
          <p:cNvCxnSpPr>
            <a:stCxn id="10" idx="0"/>
          </p:cNvCxnSpPr>
          <p:nvPr/>
        </p:nvCxnSpPr>
        <p:spPr>
          <a:xfrm flipV="1">
            <a:off x="3397250" y="2087504"/>
            <a:ext cx="2355850" cy="1088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65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09" y="1092200"/>
            <a:ext cx="9407753" cy="481806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18227" y="4940300"/>
            <a:ext cx="3858473" cy="647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U</a:t>
            </a:r>
            <a:r>
              <a:rPr lang="ru-RU" dirty="0" err="1" smtClean="0"/>
              <a:t>вх</a:t>
            </a:r>
            <a:r>
              <a:rPr lang="en-US" dirty="0" smtClean="0"/>
              <a:t> </a:t>
            </a:r>
            <a:r>
              <a:rPr lang="ru-RU" dirty="0" smtClean="0"/>
              <a:t>меняя </a:t>
            </a:r>
            <a:r>
              <a:rPr lang="en-US" dirty="0" smtClean="0"/>
              <a:t>R2</a:t>
            </a:r>
          </a:p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R2=</a:t>
            </a:r>
            <a:r>
              <a:rPr lang="ru-RU" dirty="0" smtClean="0"/>
              <a:t>5</a:t>
            </a:r>
            <a:r>
              <a:rPr lang="en-US" dirty="0" smtClean="0"/>
              <a:t>00O</a:t>
            </a:r>
            <a:r>
              <a:rPr lang="ru-RU" dirty="0"/>
              <a:t>м</a:t>
            </a:r>
            <a:endParaRPr lang="ru-RU" dirty="0"/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2286000" y="3835400"/>
            <a:ext cx="673100" cy="11049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12" idx="0"/>
          </p:cNvCxnSpPr>
          <p:nvPr/>
        </p:nvCxnSpPr>
        <p:spPr>
          <a:xfrm flipH="1" flipV="1">
            <a:off x="3599091" y="3835400"/>
            <a:ext cx="400803" cy="20748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76788" y="5910262"/>
            <a:ext cx="4446212" cy="6371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Изменим напряжение</a:t>
            </a:r>
          </a:p>
          <a:p>
            <a:pPr algn="ctr"/>
            <a:r>
              <a:rPr lang="ru-RU" dirty="0" smtClean="0"/>
              <a:t>Подаваемое на вход АЦП (3,33В)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221390" y="5120975"/>
            <a:ext cx="2776309" cy="286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двоичный код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8762999" y="3302000"/>
            <a:ext cx="2680911" cy="6927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 шестнадцатеричный эквивалент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V="1">
            <a:off x="5096857" y="4618037"/>
            <a:ext cx="97443" cy="5748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5" idx="0"/>
          </p:cNvCxnSpPr>
          <p:nvPr/>
        </p:nvCxnSpPr>
        <p:spPr>
          <a:xfrm flipH="1" flipV="1">
            <a:off x="10076091" y="2679701"/>
            <a:ext cx="27364" cy="6222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4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66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175</Words>
  <Application>Microsoft Office PowerPoint</Application>
  <PresentationFormat>Широкоэкранный</PresentationFormat>
  <Paragraphs>37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Anastasya</cp:lastModifiedBy>
  <cp:revision>13</cp:revision>
  <dcterms:created xsi:type="dcterms:W3CDTF">2021-05-16T22:19:02Z</dcterms:created>
  <dcterms:modified xsi:type="dcterms:W3CDTF">2021-05-17T01:04:18Z</dcterms:modified>
</cp:coreProperties>
</file>