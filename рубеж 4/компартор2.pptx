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58" r:id="rId5"/>
    <p:sldId id="263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1BE6F-3617-46E7-9411-DC5ECFBB0074}" type="datetimeFigureOut">
              <a:rPr lang="ru-RU" smtClean="0"/>
              <a:t>16.05.2021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75CF4-A027-4C0D-A2A4-3DB57E935D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7489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1BE6F-3617-46E7-9411-DC5ECFBB0074}" type="datetimeFigureOut">
              <a:rPr lang="ru-RU" smtClean="0"/>
              <a:t>16.05.2021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75CF4-A027-4C0D-A2A4-3DB57E935D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7499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1BE6F-3617-46E7-9411-DC5ECFBB0074}" type="datetimeFigureOut">
              <a:rPr lang="ru-RU" smtClean="0"/>
              <a:t>16.05.2021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75CF4-A027-4C0D-A2A4-3DB57E935D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8545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1BE6F-3617-46E7-9411-DC5ECFBB0074}" type="datetimeFigureOut">
              <a:rPr lang="ru-RU" smtClean="0"/>
              <a:t>16.05.2021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75CF4-A027-4C0D-A2A4-3DB57E935D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4657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1BE6F-3617-46E7-9411-DC5ECFBB0074}" type="datetimeFigureOut">
              <a:rPr lang="ru-RU" smtClean="0"/>
              <a:t>16.05.2021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75CF4-A027-4C0D-A2A4-3DB57E935D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8290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1BE6F-3617-46E7-9411-DC5ECFBB0074}" type="datetimeFigureOut">
              <a:rPr lang="ru-RU" smtClean="0"/>
              <a:t>16.05.2021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75CF4-A027-4C0D-A2A4-3DB57E935D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9587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1BE6F-3617-46E7-9411-DC5ECFBB0074}" type="datetimeFigureOut">
              <a:rPr lang="ru-RU" smtClean="0"/>
              <a:t>16.05.2021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75CF4-A027-4C0D-A2A4-3DB57E935D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734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1BE6F-3617-46E7-9411-DC5ECFBB0074}" type="datetimeFigureOut">
              <a:rPr lang="ru-RU" smtClean="0"/>
              <a:t>16.05.2021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75CF4-A027-4C0D-A2A4-3DB57E935D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1222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1BE6F-3617-46E7-9411-DC5ECFBB0074}" type="datetimeFigureOut">
              <a:rPr lang="ru-RU" smtClean="0"/>
              <a:t>16.05.2021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75CF4-A027-4C0D-A2A4-3DB57E935D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1375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1BE6F-3617-46E7-9411-DC5ECFBB0074}" type="datetimeFigureOut">
              <a:rPr lang="ru-RU" smtClean="0"/>
              <a:t>16.05.2021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75CF4-A027-4C0D-A2A4-3DB57E935D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7158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1BE6F-3617-46E7-9411-DC5ECFBB0074}" type="datetimeFigureOut">
              <a:rPr lang="ru-RU" smtClean="0"/>
              <a:t>16.05.2021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75CF4-A027-4C0D-A2A4-3DB57E935D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4701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1BE6F-3617-46E7-9411-DC5ECFBB0074}" type="datetimeFigureOut">
              <a:rPr lang="ru-RU" smtClean="0"/>
              <a:t>16.05.2021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875CF4-A027-4C0D-A2A4-3DB57E935D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745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3217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909" y="491407"/>
            <a:ext cx="8314067" cy="5452732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6105225" y="5153873"/>
            <a:ext cx="2622430" cy="7763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ОУ берем во вкладке </a:t>
            </a:r>
            <a:r>
              <a:rPr lang="en-US" dirty="0" smtClean="0"/>
              <a:t>Semiconductors – Operational Amplifier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1501474" y="3011698"/>
            <a:ext cx="2622430" cy="7763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Батарейки </a:t>
            </a:r>
            <a:r>
              <a:rPr lang="ru-RU" dirty="0" smtClean="0"/>
              <a:t>берем из вкладки </a:t>
            </a:r>
            <a:r>
              <a:rPr lang="en-US" dirty="0" smtClean="0"/>
              <a:t>Sources </a:t>
            </a:r>
            <a:r>
              <a:rPr lang="en-US" dirty="0" smtClean="0"/>
              <a:t>– </a:t>
            </a:r>
            <a:r>
              <a:rPr lang="en-US" dirty="0" smtClean="0"/>
              <a:t>Battery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7097262" y="4040491"/>
            <a:ext cx="3260785" cy="7763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Индикатор берем из вкладки </a:t>
            </a:r>
            <a:r>
              <a:rPr lang="en-US" dirty="0" smtClean="0"/>
              <a:t>Meters – Logic Indicator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7416440" y="2087593"/>
            <a:ext cx="2863971" cy="75049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Построим модель </a:t>
            </a:r>
            <a:r>
              <a:rPr lang="ru-RU" dirty="0" smtClean="0"/>
              <a:t>аналогового компаратора</a:t>
            </a:r>
            <a:endParaRPr lang="ru-RU" dirty="0"/>
          </a:p>
        </p:txBody>
      </p:sp>
      <p:cxnSp>
        <p:nvCxnSpPr>
          <p:cNvPr id="11" name="Прямая со стрелкой 10"/>
          <p:cNvCxnSpPr/>
          <p:nvPr/>
        </p:nvCxnSpPr>
        <p:spPr>
          <a:xfrm flipH="1" flipV="1">
            <a:off x="7901798" y="3622217"/>
            <a:ext cx="1319840" cy="28332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/>
          <p:nvPr/>
        </p:nvCxnSpPr>
        <p:spPr>
          <a:xfrm>
            <a:off x="4356339" y="3217773"/>
            <a:ext cx="68148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/>
          <p:nvPr/>
        </p:nvCxnSpPr>
        <p:spPr>
          <a:xfrm>
            <a:off x="4226943" y="3476445"/>
            <a:ext cx="810883" cy="167742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/>
          <p:cNvCxnSpPr/>
          <p:nvPr/>
        </p:nvCxnSpPr>
        <p:spPr>
          <a:xfrm flipH="1" flipV="1">
            <a:off x="5658928" y="4434277"/>
            <a:ext cx="655608" cy="59940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1597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074" y="595406"/>
            <a:ext cx="7398769" cy="5336422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72529" y="2146406"/>
            <a:ext cx="2622430" cy="11645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Внешний вывод для измерения напряжения берем во вкладке </a:t>
            </a:r>
            <a:r>
              <a:rPr lang="en-US" dirty="0" smtClean="0"/>
              <a:t>Meters – Voltage Pin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353682" y="5155451"/>
            <a:ext cx="2622430" cy="7763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Источник напряжения берем из </a:t>
            </a:r>
            <a:r>
              <a:rPr lang="ru-RU" dirty="0" smtClean="0"/>
              <a:t>вкладки </a:t>
            </a:r>
            <a:r>
              <a:rPr lang="en-US" dirty="0" smtClean="0"/>
              <a:t>Sources </a:t>
            </a:r>
            <a:r>
              <a:rPr lang="en-US" dirty="0" smtClean="0"/>
              <a:t>– </a:t>
            </a:r>
            <a:r>
              <a:rPr lang="en-US" dirty="0" smtClean="0"/>
              <a:t>Voltage Source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6172468" y="5680091"/>
            <a:ext cx="3260785" cy="7763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Источник напряжения</a:t>
            </a:r>
            <a:r>
              <a:rPr lang="ru-RU" dirty="0" smtClean="0"/>
              <a:t> </a:t>
            </a:r>
            <a:r>
              <a:rPr lang="ru-RU" dirty="0" smtClean="0"/>
              <a:t>берем из вкладки </a:t>
            </a:r>
            <a:r>
              <a:rPr lang="en-US" dirty="0" smtClean="0"/>
              <a:t>Sources </a:t>
            </a:r>
            <a:r>
              <a:rPr lang="en-US" dirty="0" smtClean="0"/>
              <a:t>– </a:t>
            </a:r>
            <a:r>
              <a:rPr lang="en-US" dirty="0" smtClean="0"/>
              <a:t>Voltage Generator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7588549" y="2534595"/>
            <a:ext cx="3260785" cy="7763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Заземление </a:t>
            </a:r>
            <a:r>
              <a:rPr lang="ru-RU" dirty="0" smtClean="0"/>
              <a:t>берем </a:t>
            </a:r>
            <a:r>
              <a:rPr lang="ru-RU" dirty="0" smtClean="0"/>
              <a:t>из вкладки </a:t>
            </a:r>
            <a:r>
              <a:rPr lang="en-US" dirty="0" smtClean="0"/>
              <a:t>Basic </a:t>
            </a:r>
            <a:r>
              <a:rPr lang="en-US" dirty="0" smtClean="0"/>
              <a:t>– </a:t>
            </a:r>
            <a:r>
              <a:rPr lang="en-US" dirty="0" smtClean="0"/>
              <a:t>Ground</a:t>
            </a:r>
            <a:endParaRPr lang="ru-RU" dirty="0"/>
          </a:p>
        </p:txBody>
      </p:sp>
      <p:cxnSp>
        <p:nvCxnSpPr>
          <p:cNvPr id="11" name="Прямая со стрелкой 10"/>
          <p:cNvCxnSpPr/>
          <p:nvPr/>
        </p:nvCxnSpPr>
        <p:spPr>
          <a:xfrm flipH="1" flipV="1">
            <a:off x="6400800" y="2380891"/>
            <a:ext cx="1043796" cy="40544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/>
          <p:nvPr/>
        </p:nvCxnSpPr>
        <p:spPr>
          <a:xfrm flipH="1">
            <a:off x="5747888" y="3310972"/>
            <a:ext cx="1739841" cy="223266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/>
          <p:nvPr/>
        </p:nvCxnSpPr>
        <p:spPr>
          <a:xfrm flipH="1" flipV="1">
            <a:off x="4424003" y="5374257"/>
            <a:ext cx="1323885" cy="69402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/>
          <p:cNvCxnSpPr/>
          <p:nvPr/>
        </p:nvCxnSpPr>
        <p:spPr>
          <a:xfrm flipV="1">
            <a:off x="1725283" y="4589253"/>
            <a:ext cx="767751" cy="40544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/>
          <p:cNvCxnSpPr/>
          <p:nvPr/>
        </p:nvCxnSpPr>
        <p:spPr>
          <a:xfrm>
            <a:off x="2881222" y="2648309"/>
            <a:ext cx="172529" cy="19840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/>
          <p:cNvCxnSpPr/>
          <p:nvPr/>
        </p:nvCxnSpPr>
        <p:spPr>
          <a:xfrm>
            <a:off x="2631057" y="3407434"/>
            <a:ext cx="1509622" cy="7159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0041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149" y="425574"/>
            <a:ext cx="6863701" cy="5768192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7237510" y="2471907"/>
            <a:ext cx="2616680" cy="131984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Получили модель </a:t>
            </a:r>
            <a:r>
              <a:rPr lang="ru-RU" dirty="0" smtClean="0"/>
              <a:t>аналогового </a:t>
            </a:r>
            <a:r>
              <a:rPr lang="ru-RU" dirty="0" smtClean="0"/>
              <a:t>компаратора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256184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302" y="386417"/>
            <a:ext cx="7660256" cy="5889922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7194378" y="2671457"/>
            <a:ext cx="2616680" cy="131984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Покажем работу аналогового компаратора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6118900" y="1972719"/>
            <a:ext cx="2383818" cy="4685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Включаем режим </a:t>
            </a:r>
            <a:r>
              <a:rPr lang="en-US" dirty="0" smtClean="0"/>
              <a:t>DC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293195" y="3522740"/>
            <a:ext cx="2383818" cy="5403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Запускаем осциллограф</a:t>
            </a:r>
            <a:endParaRPr lang="ru-RU" dirty="0"/>
          </a:p>
        </p:txBody>
      </p:sp>
      <p:cxnSp>
        <p:nvCxnSpPr>
          <p:cNvPr id="10" name="Прямая со стрелкой 9"/>
          <p:cNvCxnSpPr/>
          <p:nvPr/>
        </p:nvCxnSpPr>
        <p:spPr>
          <a:xfrm flipV="1">
            <a:off x="1164566" y="2311879"/>
            <a:ext cx="422694" cy="113006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 flipH="1" flipV="1">
            <a:off x="6288657" y="1155940"/>
            <a:ext cx="362309" cy="92302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7676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780" y="840536"/>
            <a:ext cx="6457950" cy="440055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8591730" y="2533435"/>
            <a:ext cx="2383818" cy="5979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Настраиваем осциллограф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5362755" y="5542402"/>
            <a:ext cx="2777708" cy="6928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Получаем график</a:t>
            </a:r>
            <a:endParaRPr lang="ru-RU" dirty="0"/>
          </a:p>
        </p:txBody>
      </p:sp>
      <p:cxnSp>
        <p:nvCxnSpPr>
          <p:cNvPr id="8" name="Прямая со стрелкой 7"/>
          <p:cNvCxnSpPr/>
          <p:nvPr/>
        </p:nvCxnSpPr>
        <p:spPr>
          <a:xfrm flipH="1" flipV="1">
            <a:off x="5710687" y="5037827"/>
            <a:ext cx="241539" cy="50457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/>
          <p:nvPr/>
        </p:nvCxnSpPr>
        <p:spPr>
          <a:xfrm flipH="1" flipV="1">
            <a:off x="8453887" y="1759789"/>
            <a:ext cx="448573" cy="60384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/>
          <p:nvPr/>
        </p:nvCxnSpPr>
        <p:spPr>
          <a:xfrm flipH="1">
            <a:off x="8315864" y="3234906"/>
            <a:ext cx="871268" cy="56071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/>
          <p:nvPr/>
        </p:nvCxnSpPr>
        <p:spPr>
          <a:xfrm flipH="1">
            <a:off x="6751609" y="2832411"/>
            <a:ext cx="1702278" cy="6895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4793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4637" y="952500"/>
            <a:ext cx="6562725" cy="495300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4612256" y="606078"/>
            <a:ext cx="2967485" cy="69284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Наблюдаем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673950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6781" y="1043992"/>
            <a:ext cx="6505575" cy="4962525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4212460" y="635820"/>
            <a:ext cx="3447795" cy="69284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Фиксируем равенство сигналов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1625414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85</Words>
  <Application>Microsoft Office PowerPoint</Application>
  <PresentationFormat>Широкоэкранный</PresentationFormat>
  <Paragraphs>16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Ирина Шеховцова</dc:creator>
  <cp:lastModifiedBy>Ирина Шеховцова</cp:lastModifiedBy>
  <cp:revision>9</cp:revision>
  <dcterms:created xsi:type="dcterms:W3CDTF">2021-05-16T17:08:47Z</dcterms:created>
  <dcterms:modified xsi:type="dcterms:W3CDTF">2021-05-16T20:14:04Z</dcterms:modified>
</cp:coreProperties>
</file>